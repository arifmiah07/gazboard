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Greedy algorithms — when local choices are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6264A7"/>
                </a:solidFill>
                <a:latin typeface="Calibri"/>
              </a:rPr>
              <a:t>The exchange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1F1E"/>
                </a:solidFill>
                <a:latin typeface="Calibri"/>
              </a:rPr>
              <a:t>Take any optimal solution. Show that swapping in the greedy choice never makes it worse. Repeat, and the optimal solution becomes the greedy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81123"/>
                </a:solidFill>
                <a:latin typeface="Calibri"/>
              </a:rPr>
              <a:t>Where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488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1F1E"/>
                </a:solidFill>
                <a:latin typeface="Calibri"/>
              </a:rPr>
              <a:t>0/1 knapsack. Coin change with arbitrary denominations. Anything where an early commitment closes off a better path later.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07C10"/>
                </a:solidFill>
                <a:latin typeface="Calibri"/>
              </a:rPr>
              <a:t>Worked example — interval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1F1E"/>
                </a:solidFill>
                <a:latin typeface="Calibri"/>
              </a:rPr>
              <a:t>Sort by finishing time, take the first, discard everything that overlaps, repeat.</a:t>
            </a:r>
          </a:p>
          <a:p>
            <a:r>
              <a:rPr sz="1700" b="0">
                <a:solidFill>
                  <a:srgbClr val="201F1E"/>
                </a:solidFill>
                <a:latin typeface="Calibri"/>
              </a:rPr>
              <a:t>Claim: the greedy set is as large as any other feasible set.</a:t>
            </a:r>
          </a:p>
          <a:p>
            <a:r>
              <a:rPr sz="1700" b="0">
                <a:solidFill>
                  <a:srgbClr val="201F1E"/>
                </a:solidFill>
                <a:latin typeface="Calibri"/>
              </a:rPr>
              <a:t>Proof sketch: induct on the k-th chosen interval; greedy finishes no later.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05E5C"/>
                </a:solidFill>
                <a:latin typeface="Calibri"/>
              </a:rPr>
              <a:t>Next: proving correctness by induction on the number of greedy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