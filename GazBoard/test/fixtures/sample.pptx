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OpenBoard Import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rendered by the built-in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item</a:t>
            </a:r>
          </a:p>
          <a:p>
            <a:pPr lvl="1"/>
            <a:r>
              <a:t>Second item</a:t>
            </a:r>
          </a:p>
          <a:p>
            <a:pPr lvl="1"/>
            <a:r>
              <a:t>Third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Free-form text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743200" cy="1828800"/>
          </a:xfrm>
          <a:prstGeom prst="rect">
            <a:avLst/>
          </a:prstGeom>
          <a:solidFill>
            <a:srgbClr val="6264A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 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